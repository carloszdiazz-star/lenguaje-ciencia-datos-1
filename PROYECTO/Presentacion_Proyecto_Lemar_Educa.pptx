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Análisis de Comprensión Lectora – Lemar Educa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Resumen Ejecutivo</a:t>
            </a:r>
          </a:p>
          <a:p/>
          <a:p>
            <a:r>
              <a:t>• Proyecto desarrollado en Python + MySQL + Pandas</a:t>
            </a:r>
          </a:p>
          <a:p>
            <a:r>
              <a:t>• Automatiza análisis de evaluaciones lectoras</a:t>
            </a:r>
          </a:p>
          <a:p>
            <a:r>
              <a:t>• Clasifica riesgo lector (Bajo, Medio, Alto, Crítico)</a:t>
            </a:r>
          </a:p>
          <a:p>
            <a:r>
              <a:t>• Genera análisis institucional por grado y sección</a:t>
            </a:r>
          </a:p>
          <a:p>
            <a:r>
              <a:t>• Introduce el Índice de Fluidez Efectiva Lemar (IFEL)</a:t>
            </a:r>
          </a:p>
          <a:p/>
          <a:p>
            <a:r>
              <a:t>Problema detectado:</a:t>
            </a:r>
          </a:p>
          <a:p>
            <a:r>
              <a:t>Antes los reportes se hacían manualmente en Word y Excel,</a:t>
            </a:r>
          </a:p>
          <a:p>
            <a:r>
              <a:t>sin análisis profundo ni indicadores estratégicos.</a:t>
            </a:r>
          </a:p>
          <a:p/>
          <a:p>
            <a:r>
              <a:t>Solución:</a:t>
            </a:r>
          </a:p>
          <a:p>
            <a:r>
              <a:t>Sistema automatizado que convierte datos en decisiones pedagógicas.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Clases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 del Proyecto</a:t>
            </a:r>
          </a:p>
          <a:p/>
          <a:p>
            <a:r>
              <a:t>Base de Datos:</a:t>
            </a:r>
          </a:p>
          <a:p>
            <a:r>
              <a:t>• MySQL (tabla: alumnos)</a:t>
            </a:r>
          </a:p>
          <a:p>
            <a:r>
              <a:t>• Datos importados desde CSV estructurado</a:t>
            </a:r>
          </a:p>
          <a:p/>
          <a:p>
            <a:r>
              <a:t>Clases Principales:</a:t>
            </a:r>
          </a:p>
          <a:p>
            <a:r>
              <a:t>• AnalisisLector</a:t>
            </a:r>
          </a:p>
          <a:p>
            <a:r>
              <a:t>   - cargar_datos()</a:t>
            </a:r>
          </a:p>
          <a:p>
            <a:r>
              <a:t>   - clasificar_riesgo()</a:t>
            </a:r>
          </a:p>
          <a:p>
            <a:r>
              <a:t>   - calcular_ifel()</a:t>
            </a:r>
          </a:p>
          <a:p>
            <a:r>
              <a:t>   - reporte_ifel()</a:t>
            </a:r>
          </a:p>
          <a:p>
            <a:r>
              <a:t>   - estadistica_descriptiva()</a:t>
            </a:r>
          </a:p>
          <a:p/>
          <a:p>
            <a:r>
              <a:t>Arquitectura:</a:t>
            </a:r>
          </a:p>
          <a:p>
            <a:r>
              <a:t>main.py → interacción con usuario</a:t>
            </a:r>
          </a:p>
          <a:p>
            <a:r>
              <a:t>analisis.py → lógica de negocio</a:t>
            </a:r>
          </a:p>
          <a:p>
            <a:r>
              <a:t>conexion.py → conexión a MySQL</a:t>
            </a:r>
          </a:p>
          <a:p/>
          <a:p>
            <a:r>
              <a:t>Modelo basado en separación de responsabilidades.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Claves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Menú Principal (Consola)</a:t>
            </a:r>
          </a:p>
          <a:p/>
          <a:p>
            <a:r>
              <a:t>1. Listado por grado y sección</a:t>
            </a:r>
          </a:p>
          <a:p>
            <a:r>
              <a:t>   → Resumen del salón + listado completo de alumnos</a:t>
            </a:r>
          </a:p>
          <a:p/>
          <a:p>
            <a:r>
              <a:t>2. Estadística descriptiva</a:t>
            </a:r>
          </a:p>
          <a:p>
            <a:r>
              <a:t>   → Promedios, desviación estándar, métricas generales</a:t>
            </a:r>
          </a:p>
          <a:p/>
          <a:p>
            <a:r>
              <a:t>3. Análisis institucional por grado</a:t>
            </a:r>
          </a:p>
          <a:p>
            <a:r>
              <a:t>   → Ranking, % riesgo, alertas automáticas</a:t>
            </a:r>
          </a:p>
          <a:p/>
          <a:p>
            <a:r>
              <a:t>4. Análisis detallado por año escolar</a:t>
            </a:r>
          </a:p>
          <a:p>
            <a:r>
              <a:t>   → Comparación por secciones + impacto</a:t>
            </a:r>
          </a:p>
          <a:p/>
          <a:p>
            <a:r>
              <a:t>5. Clasificación de riesgo lector</a:t>
            </a:r>
          </a:p>
          <a:p>
            <a:r>
              <a:t>   → Filtrado de alumnos por nivel de riesgo</a:t>
            </a:r>
          </a:p>
          <a:p/>
          <a:p>
            <a:r>
              <a:t>6. Índice de Fluidez Efectiva Lemar (IFEL)</a:t>
            </a:r>
          </a:p>
          <a:p>
            <a:r>
              <a:t>   → Mide eficiencia combinando velocidad y comprensión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